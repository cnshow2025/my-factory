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673 分、改機 343 分、維修 161 分、等工程師 53 分、閒置 210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當機率減半呈現負值，是因為工程師被釋放後排程做了更多改機，屬於資源再分配效果。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省改機法則同時把逾期批數壓到 5 批，是唯一兼顧產出與交期的法則。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504 分鐘的工程師工時（改機 343 + 維修 161），25 台合計 8.8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+71.4 萬顆／日（+92.8%）。B +40.8 萬、C +20.8 萬、D +6.9 萬、E +3.0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32 分，其他法則是 5,000~13,000 分；加上當機後，3 人除了省改機全部拖到 36~52 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把典型現行做法換成建議做法，模擬顯示每日良品可以接近翻倍——而且前兩項不花錢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+93%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萬 → 148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+62 萬顆／日（+80%），逾期批數 220 → 20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人：+7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分：+3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+10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39～44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11.5%／機時、修復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46.7%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38.7%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5650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時間結構為 25 台機 × 1440 分鐘的合計分配，取 20 個模擬日平均。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前三項是「排程決策」——不必花錢，改做法即可；後三項是「工程改善」——需要投資或人力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因素一：派工時機（最大的免費槓桿）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3 批 vs 做完才派：每日良品少 27.7 萬顆（−19%），逾期批數由 5 批暴增到 106 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39 次 vs 最差法則 64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省改機法則的逾期批數也是最低（5 批／日）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是唯一不必在衝產出與保交期之間取捨的法則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其餘法則都得在兩者之間取捨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 site 數低、測試遠長於改機時，追交期才是對的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50.2 萬顆／日（+52%）；七種法則皆在相同的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0.1%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14.4%、逾期由 5 批升到 20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以內產能幾乎不損失；1:6 直接掉一半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754880" cy="3616979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5852160" cy="36667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38928"/>
            <a:ext cx="5486400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專用化：現況已接近最佳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50992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台彈性機扛下所有換 Kit，現況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70 分／台／日，但彈性歸零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急單無處插隊，逾期反而由 5.0 升到 5.5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38928"/>
            <a:ext cx="5413248" cy="1444752"/>
          </a:xfrm>
          <a:prstGeom prst="roundRect">
            <a:avLst>
              <a:gd name="adj" fmla="val 3165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9437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50992"/>
            <a:ext cx="4681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213 次／日 vs 換 Kit 39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分是唯一同時改善產出、工時與交期的措施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5 升到 12.6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29.2%、逾期 220 批／日　→　終點 E：稼動 47.2%、逾期 1.9 批／日、等工程師 0.8%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+62 萬顆／日，占全部提升的 86%，且完全不需要增加人力或設備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41 分，仍比下限多 142%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10 小時 20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137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14.5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大批給快機起步慢，10 小時整批清光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看整批何時清空，不能只看前段衝得多快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5～10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13.5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人：大批給快機 9.7 h，省改機落到 14.5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+41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14.4%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213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77 萬 → 148 萬顆（+93%），逾期批數 220 批 → 2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項有前提：省改機是「人力吃緊」時的最佳解。人補到 1:2.5 之後，改用「大批給快機」更快——夜班與白班人數不同，規則就該不同。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追蹤：換程式次數 × 平均時間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Handler／Kit 數量限制（假設隨時可取得）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實際的 WIP 清單（第 9~10 頁用模擬資料）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每台機實際日完成批數（核對稼動率 46.7%）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逾期一批的真實違約成本（現以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換程式是否一律由工程師執行——若由操作員執行，人力需求可由 10 人降至 5～6 人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2026-09-20T05:23:59Z</dcterms:created>
  <dcterms:modified xsi:type="dcterms:W3CDTF">2026-09-20T05:23:59Z</dcterms:modified>
</cp:coreProperties>
</file>